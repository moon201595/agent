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docs/PROGRESS.md §8-121~160, docs/AGENT_PLAN_2026-09-14.md. 다이어그램 원본과 재생성 스크립트: docs/diagrams_feedback_2026-09-17/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1)2) §8-123·129  3) §8-122  4) §8-134  5) §8-132  6) §8-133·128. 6번: Papers with Code 가 2026-09-16 확인 시 huggingface.co/papers 로 리다이렉트되어 리더보드 API 가 없다.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반응 수집: Apps Script 시트, HMAC 서명·만료 14일·선열람(발송 120초 안)·연타 격리. 가중치 갱신은 매일 05:00 스캔 직전.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feedback_weights.py — signal=(긍정−부정)/(긍정+부정+4), target=base+0.8·signal(0.35~2.0), 하루 |Δ|≤0.1, 반감기 90일, 최소 2편.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CLI 모두 도구를 끈 채 돌린다(저장소 파일을 못 읽는 것을 실측). 한 번 600초 상한. DB 보존: 후보 90일·관측/실행/논문 180일.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유사 구현은 그 논문이 걸린 핵심 키워드로 GitHub 검색, 링크 모음·소개 페이지는 제외, 한 달 캐시. 격리 실행에는 태우지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docker_runner.py — 시도마다 UUID 전용 빌더 → buildx build --load → 격리 실행 → 이미지·빌더 제거. 실패·타임아웃·예외도 정리하고 전역 prune 이나 볼륨 삭제는 하지 않는다. clone 은 로그·DB 저장 뒤에 지우고, 저장이 실패하면 조사용으로 남긴다.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운영 DB 는 data/backups/papers-pre-repro-cleanup-20260918.db 로 온라인 백업 후 integrity_check=ok. 삭제 목록은 repro-cleanup-20260918.json 에 보관. WSL 사용량 약 29GiB, C 여유 약 21GiB — 호스트 디스크 회수(VHDX 압축)는 아직 남아 있고 별도 작업이다.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미구현으로 기록한 것: DNS 해석 뒤 사설 IP 판정, 논문 본문 인젝션은 표시만(차단 안 함). 시크릿(.env)은 어느 모델에도 넣지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주 확인 예정: 반응이 쌓이면 가중치가 실제로 분야를 따라가는지 수치로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0515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지원 에이전트  |  9/14 (월) 피드백 반영 보고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173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피드백, 이렇게 반영했습니다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연구 동향 모니터링 에이전트 — 관심 분야를 반응으로 스스로 조정하는 논문 수집·요약·재현 시스템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417320" cy="402336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92608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 상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423160" y="2926080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 분야 프로필 4개 — 우리팀 · 로봇·피지컬 AI · AI 에이전트 · 비전 검사·VLM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438144"/>
            <a:ext cx="1417320" cy="402336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43814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 영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3438144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05:00 논문 5편 메일 · 금 17:00 주간 관리 — 9/16 부터 무인 운영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3950208"/>
            <a:ext cx="1417320" cy="402336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95020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 범위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423160" y="3950208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9/14 피드백 6개의 반영 결과 · 9/18 재현 정리(디스크) 변경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462272"/>
            <a:ext cx="1417320" cy="402336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46227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 성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423160" y="4462272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2026. 09. 18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" y="5257800"/>
            <a:ext cx="105613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44068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 기반 가중치  ·  키워드 자동 조정  ·  코드 재현과 정리  ·  보안 상한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566928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37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21945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4206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피드백과 반영 결과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2743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paper-harness · 최신 연구 동향 모니터링 에이전트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49377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9/14 피드백 반영 보고 (2026-09-18)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1078992"/>
            <a:ext cx="12191695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078992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항목을 모두 코드에 반영했다 — SOTA 만 자료원이 없어 일부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505895" y="64739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7729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6400800"/>
                <a:gridCol w="1676095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9/14 (월) 받은 피드백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9/17~18 반영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반응으로 업데이트 · UI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메일 논문마다 1클릭 반응 → 매일 가중치 자동 조정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7A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메일 기준 ID 로 가중치 갱신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발송 회차 + 논문 번호를 서명한 토큰 → 논문 단위로 반응 수집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7A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규칙만 설정, 하네스로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 15개 → 7개. 나머지는 문서가 아니라 코드가 강제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7A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메일 보안, 한 달 운영 가능하게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링크 허용 목록 · 내려받기 크기 상한 · 격리 실행 · 메일 부재 경보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7A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저장소 못 찾아도 비슷한 것이라도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사다리 5단계 — 공식부터 유사 구현까지, 어느 칸인지 메일에 표시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7A4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 SOTA 제안 · 에이전트처럼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논문이 스스로 주장한 SOTA 문장만 추출(미검증 표시) · 주간 에이전트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5943600"/>
            <a:ext cx="11277295" cy="512064"/>
          </a:xfrm>
          <a:prstGeom prst="roundRect">
            <a:avLst>
              <a:gd name="adj" fmla="val 10714"/>
            </a:avLst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5943600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"일부" 는 감추지 않는다 — 분야별 SOTA 순위표는 공개 자료원이 닫혀 대신 논문 자체 주장만 싣는다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566928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37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21945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4206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반응이 다음 메일을 바꾸는 순환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2743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paper-harness · 최신 연구 동향 모니터링 에이전트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49377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9/14 피드백 반영 보고 (2026-09-18)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1078992"/>
            <a:ext cx="12191695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078992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누른 버튼 하나가 가중치 → 키워드 → 다음 날 논문 선정까지 이어진다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505895" y="64739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pic>
        <p:nvPicPr>
          <p:cNvPr id="11" name="Image 0" descr="/tmp/claude-1000/-home-mjh-paper-harness/caead8e4-6cdd-4e3c-95c4-f1d3bca59675/scratchpad/deck/crops/02-feedback-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3080"/>
            <a:ext cx="7223760" cy="3890193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001000" y="1965960"/>
            <a:ext cx="3703320" cy="1170432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0" y="20939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+1.0 · +0.7 · −1.0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251460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보고 싶음 · 유용함 · 관심 밖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001000" y="3291840"/>
            <a:ext cx="3703320" cy="1170432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0" y="341985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±0.1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0" y="384048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이동 상한 — 클릭 한 번에 흔들리지 않는다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001000" y="4617720"/>
            <a:ext cx="3703320" cy="1170432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0" y="474573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90일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516636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 반감기 — 오래된 취향은 서서히 잊는다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6053328"/>
            <a:ext cx="11277295" cy="512064"/>
          </a:xfrm>
          <a:prstGeom prst="roundRect">
            <a:avLst>
              <a:gd name="adj" fmla="val 10714"/>
            </a:avLst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" y="6053328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자동 변경은 revision 으로 남는다 — 운영 화면에서 언제든 되돌릴 수 있다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566928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37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21945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 기반 가중치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4206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05:00, 모델 없이 코드가 계산한다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2743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paper-harness · 최신 연구 동향 모니터링 에이전트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49377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9/14 피드백 반영 보고 (2026-09-18)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1078992"/>
            <a:ext cx="12191695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078992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반응이 목표값을 정하고, 가중치는 하루에 0.1 씩만 그쪽으로 간다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505895" y="64739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3703320" cy="1417320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19933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3편에 "더 보고 싶음"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39572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+0.34 → 3~4일에 걸쳐 도달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52544" y="1828800"/>
            <a:ext cx="3703320" cy="1417320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08576" y="19933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논문 2편 이상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608576" y="239572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편은 그 논문이 좋았다는 뜻이지 그 키워드가 좋다는 뜻이 아니다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47888" y="1828800"/>
            <a:ext cx="3703320" cy="1417320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03920" y="19933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되돌리기는 한 번에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239572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매일·주간 변경 전부 revision — 운영 화면에서 그 시점으로 복원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지키는 것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3968496"/>
            <a:ext cx="9144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388620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 키워드는 사용자 몫   </a:t>
            </a:r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자동으로 지우지 않는다 — 내려가기만 한다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4443984"/>
            <a:ext cx="9144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436168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반응을 두 번 더하지 않는다   </a:t>
            </a:r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기준선이 밀려 같은 클릭이 반복 적용되던 결함을 실측으로 잡았다 (1.337 → 1.657)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4919472"/>
            <a:ext cx="9144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4837176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순위는 점수 합이 아니라 순서   </a:t>
            </a:r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관련성 계층 → 3일 날짜 띠 → 개념 폭. 계약 테스트가 감시한다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2920" y="5394960"/>
            <a:ext cx="9144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53126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제안도 근거가 없으면 버린다   </a:t>
            </a:r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좋다고 반응한 논문에 그 용어가 있어야 키워드가 올라간다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6053328"/>
            <a:ext cx="11277295" cy="512064"/>
          </a:xfrm>
          <a:prstGeom prst="roundRect">
            <a:avLst>
              <a:gd name="adj" fmla="val 10714"/>
            </a:avLst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6053328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판단은 모델이 하더라도, 값을 바꾸는 것은 언제나 코드다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566928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37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21945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자동 조정 · DB 관리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4206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금요일 17:00 — 제안은 모델, 적용은 코드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2743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paper-harness · 최신 연구 동향 모니터링 에이전트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49377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9/14 피드백 반영 보고 (2026-09-18)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1078992"/>
            <a:ext cx="12191695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078992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가 제안하고 Codex 가 깎아낸 뒤, 코드가 근거를 확인해야 반영된다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505895" y="64739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pic>
        <p:nvPicPr>
          <p:cNvPr id="11" name="Image 0" descr="/tmp/claude-1000/-home-mjh-paper-harness/caead8e4-6cdd-4e3c-95c4-f1d3bca59675/scratchpad/deck/crops/05-weekly-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5070" y="1737360"/>
            <a:ext cx="7521555" cy="41605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57200" y="6053328"/>
            <a:ext cx="11277295" cy="512064"/>
          </a:xfrm>
          <a:prstGeom prst="roundRect">
            <a:avLst>
              <a:gd name="adj" fmla="val 10714"/>
            </a:avLst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6053328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정리는 백업 뒤에만 · 모델이 답을 못 주면 그 주는 건너뛰고 가중치는 반응대로 계속 움직인다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566928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37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21945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재현 (1) 찾기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4206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없으면 한 칸 아래로 — 대신 어느 칸인지 밝힌다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2743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paper-harness · 최신 연구 동향 모니터링 에이전트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49377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9/14 피드백 반영 보고 (2026-09-18)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1078992"/>
            <a:ext cx="12191695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078992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저장소가 없어도 비슷한 구현까지 찾아 보여 주되, 공식이라고 쓰지 않는다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505895" y="64739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pic>
        <p:nvPicPr>
          <p:cNvPr id="11" name="Image 0" descr="/tmp/claude-1000/-home-mjh-paper-harness/caead8e4-6cdd-4e3c-95c4-f1d3bca59675/scratchpad/deck/crops/03-code-lad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143" y="1874520"/>
            <a:ext cx="10923409" cy="38404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57200" y="6053328"/>
            <a:ext cx="11277295" cy="512064"/>
          </a:xfrm>
          <a:prstGeom prst="roundRect">
            <a:avLst>
              <a:gd name="adj" fmla="val 10714"/>
            </a:avLst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6053328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 구현은 보여 주기만 한다 — 격리 실행에 태우지 않고, 한 달마다 다시 찾는다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566928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37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21945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재현 (2) 실행과 정리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4206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격리해서 돌리고, 판정 뒤에는 흔적을 남기지 않는다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2743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paper-harness · 최신 연구 동향 모니터링 에이전트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49377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9/14 피드백 반영 보고 (2026-09-18)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1078992"/>
            <a:ext cx="12191695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078992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9/18 변경 — 판정이 끝나면 이미지 · 빌더 · 컨테이너 · 복제본을 모두 지운다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505895" y="64739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pic>
        <p:nvPicPr>
          <p:cNvPr id="11" name="Image 0" descr="/tmp/claude-1000/-home-mjh-paper-harness/caead8e4-6cdd-4e3c-95c4-f1d3bca59675/scratchpad/deck/crops/06-repro-iso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510" y="1874520"/>
            <a:ext cx="11112676" cy="38404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57200" y="6053328"/>
            <a:ext cx="11277295" cy="512064"/>
          </a:xfrm>
          <a:prstGeom prst="roundRect">
            <a:avLst>
              <a:gd name="adj" fmla="val 10714"/>
            </a:avLst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6053328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지운 뒤에도 판정과 실행 로그는 DB 에 남는다 — 사라지는 것은 다시 만들 수 있는 것뿐이다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566928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37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VII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21945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디스크 문제와 처리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4206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재현이 쌓아 둔 것이 C 드라이브를 채웠다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2743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paper-harness · 최신 연구 동향 모니터링 에이전트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49377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9/14 피드백 반영 보고 (2026-09-18)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1078992"/>
            <a:ext cx="12191695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078992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원인은 지우지 않는 설계였다 — 코드를 고치고, 이미 쌓인 것은 확인하며 지웠다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505895" y="64739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쌓였나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76272"/>
            <a:ext cx="5577840" cy="603504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176272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캐시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240280" y="217627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시도마다 공용 빌더에 남았다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176272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143.03 GB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889504"/>
            <a:ext cx="5577840" cy="603504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889504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성공한 복제본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240280" y="288950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"성공하면 보관" 이 기본이었다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2889504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3.17 GB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602736"/>
            <a:ext cx="5577840" cy="603504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602736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오래된 복제본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240280" y="360273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실행이 남긴 것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3602736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1.04 GB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37083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크기는 지우기 전 실측값이다. 캐시 143.03 GB 는 두 차례(43.47 + 99.56) 합계.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35508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고쳤나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55080" y="2267712"/>
            <a:ext cx="9144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217627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시도마다 전용 빌더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243230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작업의 캐시를 건드리지 않고, 끝나면 그 빌더째 제거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55080" y="2980944"/>
            <a:ext cx="9144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29400" y="288950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뒤 전부 삭제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629400" y="314553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· 컨테이너 · 복제본 — 실패 · 타임아웃 · 예외에서도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55080" y="3694176"/>
            <a:ext cx="9144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29400" y="360273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지우기 전에 기록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629400" y="385876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로그와 DB 결과를 먼저 저장. 저장이 실패하면 복제본을 남긴다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55080" y="4407408"/>
            <a:ext cx="9144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629400" y="431596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삭제는 안 한다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629400" y="45720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prune · 볼륨 삭제 금지 — 이번 시도가 만든 것만 지운다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355080" y="513892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뒤 실측</a:t>
            </a:r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빌드 캐시 186.8 MB  ·  재현 기록 132건 그대로  ·  테스트 1,086 통과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" y="6053328"/>
            <a:ext cx="11277295" cy="512064"/>
          </a:xfrm>
          <a:prstGeom prst="roundRect">
            <a:avLst>
              <a:gd name="adj" fmla="val 10714"/>
            </a:avLst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0080" y="6053328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 디스크 회수(VHDX 압축)는 아직 남았다 — WSL 안에서 지운 양과 C 여유는 다른 값이다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566928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37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VIII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21945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4206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입력이 지나는 다섯 관문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2743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paper-harness · 최신 연구 동향 모니터링 에이전트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49377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9/14 피드백 반영 보고 (2026-09-18)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1078992"/>
            <a:ext cx="12191695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078992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· 링크 · 저장소는 신뢰하지 않는 입력으로 다룬다 — 못 막는 것도 적어 두었다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505895" y="64739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  <p:pic>
        <p:nvPicPr>
          <p:cNvPr id="11" name="Image 0" descr="/tmp/claude-1000/-home-mjh-paper-harness/caead8e4-6cdd-4e3c-95c4-f1d3bca59675/scratchpad/deck/crops/04-security-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9361" y="1783080"/>
            <a:ext cx="8372973" cy="41148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57200" y="6053328"/>
            <a:ext cx="11277295" cy="512064"/>
          </a:xfrm>
          <a:prstGeom prst="roundRect">
            <a:avLst>
              <a:gd name="adj" fmla="val 10714"/>
            </a:avLst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6053328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"한 달 돌리기 전에 보안부터" — 네 층을 9/16 에 붙였고, 격리 실행은 그전부터 있었다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566928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37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IX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21945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4206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상태와 남은 것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2743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paper-harness · 최신 연구 동향 모니터링 에이전트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49377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9/14 피드백 반영 보고 (2026-09-18)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1078992"/>
            <a:ext cx="12191695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078992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프로필이 무인으로 돌고 있고, 못 한 것은 못 했다고 적어 두었다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505895" y="64739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돌아가고 있는 것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5577840" cy="731520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2286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4개 무인 운영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25603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9/16~ 매일 05:00 메일 5편 · 금 17:00 주간 관리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035808"/>
            <a:ext cx="5577840" cy="731520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1272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정리와 외부 검토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340156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죽은 코드 삭제 · 모듈 분할 · Codex 검토가 잡은 회귀 1건 수정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877056"/>
            <a:ext cx="5577840" cy="731520"/>
          </a:xfrm>
          <a:prstGeom prst="rect">
            <a:avLst/>
          </a:prstGeom>
          <a:solidFill>
            <a:srgbClr val="E9F0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396849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테스트 1,086 통과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13232" y="42428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조건은 초록불이다 — 테스트를 고쳐서 맞추지 않는다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것 · 하지 않은 것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55080" y="2194560"/>
            <a:ext cx="5376672" cy="731520"/>
          </a:xfrm>
          <a:prstGeom prst="rect">
            <a:avLst/>
          </a:prstGeom>
          <a:solidFill>
            <a:srgbClr val="F7F9FC"/>
          </a:solidFill>
          <a:ln w="9525">
            <a:solidFill>
              <a:srgbClr val="D9E2F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11112" y="2286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SOTA 순위 추적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611112" y="25603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리더보드 자료원이 닫혔다 — 논문 자체 주장만 싣는 중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55080" y="3035808"/>
            <a:ext cx="5376672" cy="731520"/>
          </a:xfrm>
          <a:prstGeom prst="rect">
            <a:avLst/>
          </a:prstGeom>
          <a:solidFill>
            <a:srgbClr val="F7F9FC"/>
          </a:solidFill>
          <a:ln w="9525">
            <a:solidFill>
              <a:srgbClr val="D9E2F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11112" y="31272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사설 IP 판정 · 인젝션 차단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611112" y="34015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미구현으로 보안 점검표에 적었다. 만든 척하지 않는다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55080" y="3877056"/>
            <a:ext cx="5376672" cy="731520"/>
          </a:xfrm>
          <a:prstGeom prst="rect">
            <a:avLst/>
          </a:prstGeom>
          <a:solidFill>
            <a:srgbClr val="F7F9FC"/>
          </a:solidFill>
          <a:ln w="9525">
            <a:solidFill>
              <a:srgbClr val="D9E2F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11112" y="396849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 디스크 회수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611112" y="424281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WSL 안은 정리했고 VHDX 압축은 아직 — C 여유 약 21 GB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5120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기록 : docs/PROGRESS.md §8-121~160  ·  다이어그램과 재생성 스크립트 : docs/diagrams_feedback_2026-09-17/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6053328"/>
            <a:ext cx="11277295" cy="512064"/>
          </a:xfrm>
          <a:prstGeom prst="roundRect">
            <a:avLst>
              <a:gd name="adj" fmla="val 10714"/>
            </a:avLst>
          </a:prstGeom>
          <a:solidFill>
            <a:srgbClr val="1F3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" y="6053328"/>
            <a:ext cx="109115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실측하지 않은 값은 "미실측", 실패는 실패로 적는다 — 그래야 다음 판단을 이 기록 위에서 할 수 있다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피드백 반영 보고 — 최신 연구 동향 모니터링 에이전트</dc:title>
  <dc:subject>PptxGenJS Presentation</dc:subject>
  <dc:creator>paper-harness</dc:creator>
  <cp:lastModifiedBy>paper-harness</cp:lastModifiedBy>
  <cp:revision>1</cp:revision>
  <dcterms:created xsi:type="dcterms:W3CDTF">2026-09-18T01:42:48Z</dcterms:created>
  <dcterms:modified xsi:type="dcterms:W3CDTF">2026-09-18T01:42:48Z</dcterms:modified>
</cp:coreProperties>
</file>