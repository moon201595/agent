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docs/PROGRESS.md §8-121~172, docs/AGENT_PLAN_2026-09-14.md. 다이어그램 원본과 재생성 스크립트: docs/diagrams_feedback_2026-09-17/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docs/PROGRESS.md §8-160~172. 커밋 16개(9/18 3 · 9/19 5 · 9/20 8), 새 모듈 narrative_store·weekly_profile_changes·title_ko.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1)2) §8-123·129  3) §8-122  4) §8-134  5) §8-132  6) §8-133·128. 6번: Papers with Code 가 2026-09-16 확인 시 huggingface.co/papers 로 리다이렉트되어 리더보드 API 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반응 수집: Apps Script 시트, HMAC 서명·만료 14일·선열람(발송 120초 안)·연타 격리. 가중치 갱신은 매일 05:00 스캔 직전.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feedback_weights.py — signal=(긍정−부정)/(긍정+부정+4), target=base+0.8·signal(0.35~2.0), 하루 |Δ|≤0.1, 반감기 90일, 최소 2편.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trend_report.window_movement · observation_signals.reserve_terms · narrative_store(profile_narratives) · narrative_engine(codex→gemini→groq). 근거 §8-161·162·163. 월요일만 주간 집계까지 세 입력을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 §8-164~168. 한 주에 user·feedback·agent revision 이 섞여 돌아(실측 9/12~19: 19·3·1) 이벤트를 더하면 중간 경로가 결과처럼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CLI 모두 도구를 끈 채 돌린다(저장소 파일을 못 읽는 것을 실측). 한 번 600초 상한. DB 보존: 후보 90일·관측/실행/논문 180일.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막대는 그 주 가장 큰 변화를 기준으로 한 상대 길이다. |Δ|&lt;0.1 은 감추되 건수는 남긴다. 신규·삭제는 전부 싣는다. 근거 §8-170·171.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유사 구현은 그 논문이 걸린 핵심 키워드로 GitHub 검색, 링크 모음·소개 페이지는 제외, 한 달 캐시. 격리 실행에는 태우지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docker_runner.py — 시도마다 UUID 전용 빌더 → buildx build --load → 격리 실행 → 이미지·빌더 제거. 실패·타임아웃·예외도 정리하고 전역 prune 이나 볼륨 삭제는 하지 않는다. clone 은 로그·DB 저장 뒤에 지우고, 저장이 실패하면 조사용으로 남긴다.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DB 는 data/backups/papers-pre-repro-cleanup-20260918.db 로 온라인 백업 후 integrity_check=ok. 삭제 목록은 repro-cleanup-20260918.json 에 보관. WSL 사용량 약 29GiB, C 여유 약 21GiB — 호스트 디스크 회수(VHDX 압축)는 아직 남아 있고 별도 작업이다.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미구현으로 기록한 것: DNS 해석 뒤 사설 IP 판정, 논문 본문 인젝션은 표시만(차단 안 함). 시크릿(.env)은 어느 모델에도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주 확인 예정: 반응이 쌓이면 가중치가 실제로 분야를 따라가는지 수치로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지원 에이전트  |  9/14 (월) 피드백 반영 보고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피드백, 이렇게 반영했습니다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연구 동향 모니터링 에이전트 — 관심 분야를 반응으로 스스로 조정하는 논문 수집·요약·재현 시스템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 상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926080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분야 프로필 4개 — 우리팀 · 로봇·피지컬 AI · AI 에이전트 · 비전 검사·VLM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438144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3814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 영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438144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 논문 5편 메일 · 월요일 새벽 주간 관리 — 9/16 부터 무인 운영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3950208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50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범위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3950208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9/14 피드백 6개의 반영 결과 · 9/18~20 동향 심화 · 월요일 재편 · 메일 개편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462272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46227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 성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4462272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2026. 09. 20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5257800"/>
            <a:ext cx="10561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4406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기반 가중치  ·  쌓이는 동향 서술  ·  키워드 자동 조정  ·  검색 기준 변화 보고  ·  코드 재현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3일에 무엇이 바뀌었나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메일이 "오늘 논문 목록"에서 "분야가 어디로 가고, 그래서 내 기준이 어떻게 바뀌었나"로 바뀌었다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758184" cy="3182112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783080"/>
            <a:ext cx="3758184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18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쌓이기 시작했다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13232" y="2532888"/>
            <a:ext cx="82296" cy="82296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2450592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서술이 아무 데도 안 쌓이고 있었다 — 어제 글을 다시 읽을 수 없었다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3232" y="3557016"/>
            <a:ext cx="82296" cy="82296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347472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프로필·날짜별로 보관하고, 오늘 글이 지난 6일 글을 읽고 이어 쓴다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13232" y="4581144"/>
            <a:ext cx="82296" cy="82296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449884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쌓아 둔 도커 이미지·복제본을 판정 뒤 지운다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98264" y="1783080"/>
            <a:ext cx="3758184" cy="3182112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8264" y="1783080"/>
            <a:ext cx="3758184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26864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19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76986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하나로 모았다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654296" y="2532888"/>
            <a:ext cx="82296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73752" y="2450592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관리가 금요일이라 바꾼 키워드가 주말을 헛돌았다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54296" y="3557016"/>
            <a:ext cx="82296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73752" y="347472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새벽, 일일 스캔 바로 앞으로 — 그날 아침 검색에 바로 쓰인다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54296" y="4581144"/>
            <a:ext cx="82296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73752" y="449884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리뷰를 해체해 "내 검색 기준이 어떻게 바뀌었나"를 따로 답한다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339328" y="1783080"/>
            <a:ext cx="3758184" cy="3182112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1783080"/>
            <a:ext cx="3758184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67928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20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710928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물건으로 만들었다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95360" y="2532888"/>
            <a:ext cx="82296" cy="8229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814816" y="2450592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월요일 전에 경계 결함 일곱을 찾아 닫았다 — 조용히 틀리는 것들이었다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595360" y="3557016"/>
            <a:ext cx="82296" cy="8229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14816" y="347472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같은 머리말을 빼고, 방향(▲▼)과 막대로 훑게 바꿨다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4581144"/>
            <a:ext cx="82296" cy="8229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814816" y="449884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제목에 한국어를 병기한다 — 한 메일에 호출 한 번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51755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383280" y="51755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1,171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6309360" y="51755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모듈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235440" y="51755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4통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날이 한 방향이다 — 메일이 "무엇이 왔나"에서 "무엇이 달라졌나"를 말하게 됐다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피드백과 반영 결과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항목을 모두 코드에 반영했다 — SOTA 만 자료원이 없어 일부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729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400800"/>
                <a:gridCol w="1676095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9/14 (월) 받은 피드백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9/17~18 반영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반응으로 업데이트 · UI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논문마다 1클릭 반응 → 매일 가중치 자동 조정 · 동향은 기간 비교까지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기준 ID 로 가중치 갱신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발송 회차 + 논문 번호를 서명한 토큰 → 논문 단위로 반응 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규칙만 설정, 하네스로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15개 → 7개. 나머지는 문서가 아니라 코드가 강제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보안, 한 달 운영 가능하게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링크 허용 목록 · 내려받기 크기 상한 · 격리 실행 · 메일 부재 경보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못 찾아도 비슷한 것이라도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사다리 5단계 — 공식부터 유사 구현까지, 어느 칸인지 메일에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SOTA 제안 · 에이전트처럼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논문이 스스로 주장한 SOTA 문장만 추출(미검증 표시) · 주간 에이전트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55A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5943600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5943600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"일부" 는 감추지 않는다 — 분야별 SOTA 순위표는 공개 자료원이 닫혀 대신 논문 자체 주장만 싣는다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반응이 다음 메일을 바꾸는 순환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누른 버튼 하나가 가중치 → 키워드 → 다음 날 논문 선정까지 이어진다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pic>
        <p:nvPicPr>
          <p:cNvPr id="11" name="Image 0" descr="/home/mjh/paper-harness/docs/diagrams_feedback_2026-09-17/deck/crops/02-feedback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7223760" cy="3890193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001000" y="1965960"/>
            <a:ext cx="3703320" cy="117043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0939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+1.0 · +0.7 · −1.0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251460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보고 싶음 · 유용함 · 관심 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01000" y="3291840"/>
            <a:ext cx="3703320" cy="117043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34198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±0.1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384048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이동 상한 — 클릭 한 번에 흔들리지 않는다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001000" y="4617720"/>
            <a:ext cx="3703320" cy="117043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0" y="474573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516636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 반감기 — 오래된 취향은 서서히 잊는다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자동 변경은 revision 으로 남는다 — 운영 화면에서 언제든 되돌릴 수 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기반 가중치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05:00, 모델 없이 코드가 계산한다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반응이 목표값을 정하고, 가중치는 하루에 0.1 씩만 그쪽으로 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703320" cy="14173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3편에 "더 보고 싶음"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+0.34 → 3~4일에 걸쳐 도달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52544" y="1828800"/>
            <a:ext cx="3703320" cy="14173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08576" y="1993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논문 2편 이상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23957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편은 그 논문이 좋았다는 뜻이지 그 키워드가 좋다는 뜻이 아니다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47888" y="1828800"/>
            <a:ext cx="3703320" cy="14173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1993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되돌리기는 한 번에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3957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매일·주간 변경 전부 revision — 운영 화면에서 그 시점으로 복원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지키는 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968496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886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키워드는 사용자 몫 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지우지 않는다 — 내려가기만 한다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443984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36168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반응을 두 번 더하지 않는다 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기준선이 밀려 같은 클릭이 반복 적용되던 결함을 실측으로 잡았다 (1.337 → 1.657)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919472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83717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순위는 점수 합이 아니라 순서 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계층 → 3일 날짜 띠 → 개념 폭. 계약 테스트가 감시한다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5394960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3126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제안도 근거가 없으면 버린다 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좋다고 반응한 논문에 그 용어가 있어야 키워드가 올라간다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모델이 하더라도, 값을 바꾸는 것은 언제나 코드다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동향 서술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보고 쓰는가 — 하루치에서 벗어났다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9/18~20 — 그전엔 그날 논문 13편만 보고 썼다. "오늘의 스냅숏"이지 흐름이 아니었다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pic>
        <p:nvPicPr>
          <p:cNvPr id="11" name="Image 0" descr="/home/mjh/paper-harness/docs/diagrams_feedback_2026-09-17/deck/crops/07-narrative-inpu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829" y="1691640"/>
            <a:ext cx="8158036" cy="37947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02920" y="5715000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561441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비교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vs 직전 7일을 Python 이 센다 — 직전 구간에 관측이 없으면 증감을 만들지 않는다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6025896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92531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버리던 것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자리에 못 든 후보 수백 편의 용어를 집계로 남긴다 (9/18 실측 team_agent 431편)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6336792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623620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쌓이는 글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서술을 프로필·날짜별로 보관 — 지난 6일 글을 읽고 이어 쓴다(오늘까지 7일)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덩어리였던 주간 리뷰를 세 질문으로 갈랐다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9/19 — 같은 주 자료를 동향과 주간 리뷰가 따로 읽고 따로 말하고 있었다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758184" cy="2971800"/>
          </a:xfrm>
          <a:prstGeom prst="rect">
            <a:avLst/>
          </a:prstGeom>
          <a:solidFill>
            <a:srgbClr val="E9F0F8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이 분야에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무슨 일이 있었나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2852928"/>
            <a:ext cx="32004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017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답하는 곳
</a:t>
            </a:r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동향 서술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39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trend_report · 일일 서술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1783080" cy="384048"/>
          </a:xfrm>
          <a:prstGeom prst="roundRect">
            <a:avLst>
              <a:gd name="adj" fmla="val 14286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2336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메일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98264" y="1783080"/>
            <a:ext cx="3758184" cy="2971800"/>
          </a:xfrm>
          <a:prstGeom prst="rect">
            <a:avLst/>
          </a:prstGeom>
          <a:solidFill>
            <a:srgbClr val="E9F0F8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72584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내 검색 기준이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바뀌었나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72584" y="2852928"/>
            <a:ext cx="32004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3017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답하는 곳
</a:t>
            </a:r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기준 변화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672584" y="3639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weekly_profile_changes (신설)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72584" y="4023360"/>
            <a:ext cx="1783080" cy="384048"/>
          </a:xfrm>
          <a:prstGeom prst="roundRect">
            <a:avLst>
              <a:gd name="adj" fmla="val 14286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72584" y="402336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메일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39328" y="1783080"/>
            <a:ext cx="375818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검색·시드·프로필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정상인가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613648" y="2852928"/>
            <a:ext cx="32004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30175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답하는 곳
</a:t>
            </a:r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진단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613648" y="3639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trend_report.build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13648" y="4023360"/>
            <a:ext cx="17830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13648" y="402336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아님 · DB·화면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갈랐나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5285232"/>
            <a:ext cx="1127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리뷰를 월요일 서술의 입력으로 넣었다가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날 되돌렸다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실제로 뽑아 보니 5,471자 중 60% 넘게가 검색 지문·시드 수율·프로필 건강 같은 운영 진단이었고, 그 안의 검색 잡음이 동향으로 읽힐 수 있었다. 기간 비교는 이미 매일 하던 계산과 겹쳤다.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순변화는 이벤트를 되짚지 않고 스냅숏 두 개를 견준다 — 이벤트는 "누가·왜"를 설명하는 데만 쓴다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자동 조정 · DB 관리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새벽 — 키워드를 먼저 고치고 그 키워드로 검색한다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9/19 이동 — 금요일에 바꾸면 주말(arXiv 신규 거의 없음)을 헛돌고 월요일에야 효과를 봤다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pic>
        <p:nvPicPr>
          <p:cNvPr id="11" name="Image 0" descr="/home/mjh/paper-harness/docs/diagrams_feedback_2026-09-17/deck/crops/05-weekly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2177" y="1737360"/>
            <a:ext cx="7527341" cy="41605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실행이 그대로 일일 스캔으로 이어진다 — 바뀐 키워드가 그날 아침 메일에 바로 쓰인다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아침에 받는 메일 한 통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덩어리가 한 줄로 이어진다 — 무엇이 뜨는가 → 그래서 기준을 어떻게 바꿨나 → 그 기준으로 무엇을 골랐나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동향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295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지난 6일 서술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84248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27157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0266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흐름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늘고 줄었나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026664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331720" y="37581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959352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" y="40690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7일 검색 기준 변화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43799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기준을 이렇게 바꿨다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06908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48006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5001768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1114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신규 논문 5편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422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기준으로 고른 것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657600" y="511149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92040" y="1783080"/>
            <a:ext cx="683971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6360" y="193852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7일 검색 기준 변화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166360" y="235915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변화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193792" y="2651760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26517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6700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[에이전트] [반응]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2916936"/>
            <a:ext cx="3931920" cy="82296"/>
          </a:xfrm>
          <a:prstGeom prst="rect">
            <a:avLst/>
          </a:prstGeom>
          <a:solidFill>
            <a:srgbClr val="D9E2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2916936"/>
            <a:ext cx="3931920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30540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1.80   +0.80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193792" y="3438144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40680" y="34381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agent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412480" y="345643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[에이전트]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703320"/>
            <a:ext cx="3931920" cy="82296"/>
          </a:xfrm>
          <a:prstGeom prst="rect">
            <a:avLst/>
          </a:prstGeom>
          <a:solidFill>
            <a:srgbClr val="D9E2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40680" y="3703320"/>
            <a:ext cx="747065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40680" y="3840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1.15   +0.15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413308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193792" y="4425696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E7F4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93792" y="442569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5870448" y="442569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검색어 · 에이전트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5166360" y="479145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영향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40680" y="5084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적격 논문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949440" y="50840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 → 157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440680" y="5340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잃은 논문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949440" y="5340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5440680" y="55961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겹침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949440" y="55961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0.20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4892040" y="5943600"/>
            <a:ext cx="6839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9/21 실측 자료로 뽑은 실제 메일 지면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재현 (1) 찾기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한 칸 아래로 — 대신 어느 칸인지 밝힌다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저장소가 없어도 비슷한 구현까지 찾아 보여 주되, 공식이라고 쓰지 않는다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pic>
        <p:nvPicPr>
          <p:cNvPr id="11" name="Image 0" descr="/home/mjh/paper-harness/docs/diagrams_feedback_2026-09-17/deck/crops/03-code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143" y="1874520"/>
            <a:ext cx="10923409" cy="38404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구현은 보여 주기만 한다 — 격리 실행에 태우지 않고, 한 달마다 다시 찾는다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재현 (2) 실행과 정리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격리해서 돌리고, 판정 뒤에는 흔적을 남기지 않는다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9/18 변경 — 판정이 끝나면 이미지 · 빌더 · 컨테이너 · 복제본을 모두 지운다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pic>
        <p:nvPicPr>
          <p:cNvPr id="11" name="Image 0" descr="/home/mjh/paper-harness/docs/diagrams_feedback_2026-09-17/deck/crops/06-repro-iso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510" y="1874520"/>
            <a:ext cx="11112676" cy="38404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지운 뒤에도 판정과 실행 로그는 DB 에 남는다 — 사라지는 것은 다시 만들 수 있는 것뿐이다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디스크 문제와 처리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쌓아 둔 것이 C 드라이브를 채웠다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지우지 않는 설계였다 — 코드를 고치고, 이미 쌓인 것은 확인하며 지웠다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쌓였나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76272"/>
            <a:ext cx="5577840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17627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캐시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21762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시도마다 공용 빌더에 남았다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176272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143.03 GB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889504"/>
            <a:ext cx="5577840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88950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복제본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28895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"성공하면 보관" 이 기본이었다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8950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3.17 GB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602736"/>
            <a:ext cx="5577840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60273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복제본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240280" y="36027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실행이 남긴 것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360273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1.04 GB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708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크기는 지우기 전 실측값이다. 캐시 143.03 GB 는 두 차례(43.47 + 99.56) 합계.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고쳤나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55080" y="2267712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29400" y="21762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시도마다 전용 빌더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243230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작업의 캐시를 건드리지 않고, 끝나면 그 빌더째 제거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55080" y="2980944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28895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뒤 전부 삭제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314553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· 컨테이너 · 복제본 — 실패 · 타임아웃 · 예외에서도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55080" y="3694176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36027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지우기 전에 기록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385876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로그와 DB 결과를 먼저 저장. 저장이 실패하면 복제본을 남긴다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55080" y="4407408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31596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삭제는 안 한다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629400" y="45720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prune · 볼륨 삭제 금지 — 이번 시도가 만든 것만 지운다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355080" y="513892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뒤 실측</a:t>
            </a:r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빌드 캐시 186.8 MB  ·  재현 기록 132건 그대로  ·  테스트 1,086 통과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디스크 회수(VHDX 압축)는 아직 남았다 — WSL 안에서 지운 양과 C 여유는 다른 값이다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입력이 지나는 다섯 관문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· 링크 · 저장소는 신뢰하지 않는 입력으로 다룬다 — 못 막는 것도 적어 두었다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pic>
        <p:nvPicPr>
          <p:cNvPr id="11" name="Image 0" descr="/home/mjh/paper-harness/docs/diagrams_feedback_2026-09-17/deck/crops/04-security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9361" y="1783080"/>
            <a:ext cx="8372973" cy="41148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"한 달 돌리기 전에 보안부터" — 네 층을 9/16 에 붙였고, 격리 실행은 그전부터 있었다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237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21945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상태와 남은 것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274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paper-harness · 최신 연구 동향 모니터링 에이전트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49377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반영과 이후 발전 (2026-09-20)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1078992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078992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프로필이 무인으로 돌고 있고, 못 한 것은 못 했다고 적어 두었다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05895" y="6473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돌아가고 있는 것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94560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4개 무인 운영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560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9/16~ 매일 05:00 메일 5편 · 월요일 새벽 주간 관리가 스캔 앞에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35808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127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동향이 쌓이고 이어진다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4015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최근 7일 창 + 지난 6일 서술 — 어제 글이 오늘의 입력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877056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3968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테스트 1,171 통과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2428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조건은 초록불이다 — 테스트를 고쳐서 맞추지 않는다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것 · 하지 않은 것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55080" y="2194560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9/21 첫 월요일 실행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2560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더 붙이지 않고 실제 메일 한 통을 검증점으로 본다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55080" y="3035808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1112" y="31272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SOTA 순위 추적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11112" y="34015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리더보드 자료원이 닫혔다 — 논문 자체 주장만 싣는 중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55080" y="3877056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11112" y="396849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사설 IP 판정 · 인젝션 차단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42428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미구현으로 보안 점검표에 적었다. 만든 척하지 않는다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120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기록 : docs/PROGRESS.md §8-121~172  ·  다이어그램과 재생성 스크립트 : docs/diagrams_feedback_2026-09-17/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실측하지 않은 값은 "미실측", 실패는 실패로 적는다 — 그래야 다음 판단을 이 기록 위에서 할 수 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피드백 반영 보고 — 최신 연구 동향 모니터링 에이전트</dc:title>
  <dc:subject>PptxGenJS Presentation</dc:subject>
  <dc:creator>paper-harness</dc:creator>
  <cp:lastModifiedBy>paper-harness</cp:lastModifiedBy>
  <cp:revision>1</cp:revision>
  <dcterms:created xsi:type="dcterms:W3CDTF">2026-09-20T02:39:43Z</dcterms:created>
  <dcterms:modified xsi:type="dcterms:W3CDTF">2026-09-20T02:39:43Z</dcterms:modified>
</cp:coreProperties>
</file>