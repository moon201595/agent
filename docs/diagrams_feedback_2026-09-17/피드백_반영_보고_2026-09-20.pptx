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docs/PROGRESS.md §8-121~172, docs/AGENT_PLAN_2026-09-14.md.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 §8-122·123·128·129·132·133·134. Papers with Code 는 2026-09-16 확인 시 huggingface.co/papers 로 리다이렉트되어 리더보드 API 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자리에서 실제 받은 메일을 그대로 보여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feedback_weights.py. 같은 반응을 두 번 더하지 않는다 — 기준선이 밀려 같은 클릭이 반복 적용되던 결함을 실측으로 잡았다(1.337 → 1.657).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trend_report.window_movement · narrative_store · observation_signals.reserve_terms. 근거 §8-161·162.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run_daily_scan.sh 가 월요일(KST)이면 db_retention → agent_maintenance 를 먼저 돌리고 바로 일일 스캔으로 잇는다. 같은 flock 안이라 겹치지 않는다. 회고가 아니라 오늘 논문을 고른 근거다.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agent_maintenance.validate 가 강제한다 — 두 모델이 동의해도 통과 못 한다. 상세 흐름은 부록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요약이 끝난 논문 한 편마다 돌고 결과는 한 달 캐시. 유사 구현은 그 논문이 걸린 핵심 키워드로 GitHub 검색, 링크 모음·소개 페이지는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 DB 는 백업 후 integrity_check=ok, 삭제 목록은 repro-cleanup-20260918.json 에 남겼다.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확인: 반응이 쌓이면 가중치가 실제로 분야를 따라가는지 수치로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 보존: 후보 90일 · 관측/실행/논문 180일.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미구현으로 기록한 것 — DNS 해석 뒤 사설 IP 판정, 논문 본문 인젝션은 표시만 하고 차단하지 않는다. 시크릿(.env)은 어느 모델에도 넣지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연구 동향 모니터링 에이전트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 보고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보내는 시스템에서, 반응을 받아 검색 기준을 바꾸고 그 변화를 설명하는 시스템으로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520440"/>
            <a:ext cx="141732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52044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 상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3520440"/>
            <a:ext cx="8961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분야 프로필 4개 — 우리팀 · 로봇·피지컬 AI · AI 에이전트 · 비전 검사·VLM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4032504"/>
            <a:ext cx="141732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032504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 영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4032504"/>
            <a:ext cx="8961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05:00 논문 5편 메일 · 월요일 새벽 주간 관리 — 9/16 부터 무인 운영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" y="4544568"/>
            <a:ext cx="141732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54456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범위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544568"/>
            <a:ext cx="8961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9/14 받은 피드백 6개의 반영 결과와 실측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5056632"/>
            <a:ext cx="141732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056632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 성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423160" y="5056632"/>
            <a:ext cx="8961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2026. 09. 20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21792" y="38404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65760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피드백과 이번 변경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93268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항목을 코드에 반영했다. 오늘은 그중 앞의 세 가지를 중심으로 말씀드린다.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반응을 학습하게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7830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가중치 자동 조정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178308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 논문마다 1클릭 · 스캔 직전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313432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4963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논문 목록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24963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동향 + 검색 기준 변화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496312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· 최근 7일 · 무엇이 왜 바뀌었나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026664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0954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키워드 관리를 에이전트처럼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703320" y="3209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32095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 자동 점검 · 적용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3209544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기준이 그날 아침 검색에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739896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세 항목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348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못 찾으면 끝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434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→ 저자 연관 → 제3자 → 유사 구현 5단계, 어느 칸인지 메일에 표시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881360" y="4434840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823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운영이 되는가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7823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실행 · 판정 뒤 정리 · 링크와 크기 제한 · 메일 부재 경보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881360" y="4782312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512978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SOTA 제안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566160" y="51297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스스로 주장한 문장만 추출하고 미검증으로 표시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881360" y="5129784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5623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"일부" 는 감추지 않는다 — 공개 리더보드 자료원이 닫혀 논문 자체 주장만 싣는다.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0807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4개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무인 운영      </a:t>
            </a:r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05:00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실제 발송      </a:t>
            </a:r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1,171</a:t>
            </a:r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테스트 통과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21792" y="38404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65760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메일은 이렇게 바뀌었습니다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93268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5편만 오던 메일이 동향 · 흐름 · 기준 변화까지 한 통에 담는다.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11096"/>
            <a:ext cx="310896" cy="310896"/>
          </a:xfrm>
          <a:prstGeom prst="ellipse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911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동향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585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논문 + 지난 6일 서술을 읽고 쓴 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752344"/>
            <a:ext cx="310896" cy="310896"/>
          </a:xfrm>
          <a:prstGeom prst="ellipse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7일 흐름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09981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늘고 줄었나 — 직전 7일과 비교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593592"/>
            <a:ext cx="310896" cy="310896"/>
          </a:xfrm>
          <a:prstGeom prst="ellipse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593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55701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7일 검색 기준 변화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94106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기준을 이렇게 바꿨다 (월요일만)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434840"/>
            <a:ext cx="310896" cy="310896"/>
          </a:xfrm>
          <a:prstGeom prst="ellipse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39826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신규 논문 5편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7823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기준으로 고른 것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5349240"/>
            <a:ext cx="493776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54406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나간다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575157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논문이 0편인 날도 보낸다 — 메일이 안 온 날은 고장 신호다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00760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평문과 HTML 두 판이 같은 값을 읽는다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2636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제목은 원문 옆에 한국어를 병기한다 (한 통에 호출 한 번)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0" y="1783080"/>
            <a:ext cx="6062472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393192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메일 화면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21792" y="38404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65760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반응이 다음 검색에 반영됩니다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93268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논문의 반응이 쌓인 경우에만 가중치가 움직인다.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6949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보고 싶음  ──  반응 누적  ──  가중치 이동  ──  다음 날 검색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1460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defect detection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8986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89864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4472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1.80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828800" y="3172968"/>
            <a:ext cx="3657600" cy="0"/>
          </a:xfrm>
          <a:prstGeom prst="line">
            <a:avLst/>
          </a:prstGeom>
          <a:noFill/>
          <a:ln w="19050">
            <a:solidFill>
              <a:srgbClr val="447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55648" y="3099816"/>
            <a:ext cx="146304" cy="146304"/>
          </a:xfrm>
          <a:prstGeom prst="ellipse">
            <a:avLst/>
          </a:prstGeom>
          <a:solidFill>
            <a:srgbClr val="595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13248" y="3099816"/>
            <a:ext cx="146304" cy="146304"/>
          </a:xfrm>
          <a:prstGeom prst="ellipse">
            <a:avLst/>
          </a:prstGeom>
          <a:solidFill>
            <a:srgbClr val="4472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5387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논문 2편에 "더 보고 싶음" — 9/14~21 실측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69494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2062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 제어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17136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하루 최대 ±0.1 — 클릭 한 번에 검색이 뒤집히지 않는다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7316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서로 다른 논문 2편 이상 — 한 편은 그 논문이 좋았다는 뜻이지 키워드가 좋다는 뜻이 아니다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50292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반감기 90일 — 오래된 취향은 서서히 잊는다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528523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사용자가 정한 초기 키워드는 삭제하지 않는다 (내려가기만 한다)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5541264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모든 변경은 revision 으로 기록 — 운영 화면에서 그 시점으로 되돌린다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38160" y="1783080"/>
            <a:ext cx="0" cy="448056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03920" y="182880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목표값을 정하고 그쪽으로 조금씩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503920" y="2286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235440" y="228600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(긍정 − 부정) / (긍정 + 부정 + 4)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261518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2615184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+ 0.8 × 신호   (0.35 ~ 2.0)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503920" y="294436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235440" y="2944368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|Δ| ≤ 0.1 만큼 목표 쪽으로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503920" y="32735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235440" y="3273552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05:00, 검색 시작 전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503920" y="3840480"/>
            <a:ext cx="3227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쓰지 않는다.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바꾸는 것은 언제나 코드다.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21792" y="38404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65760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하루치 스냅숏에서 흐름으로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93268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 논문만 보고 쓰던 동향이 지난 일주일을 함께 본다.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78308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 논문 13편의 제목과 초록만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6922008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048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40487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논문 + 지난 6일 서술 + 최근 7일 편수 비교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862072"/>
            <a:ext cx="6922008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200400"/>
            <a:ext cx="6922008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91840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보고 쓰는가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602736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오늘 논문 + 지난 6일 서술 = 7일 — 옆의 수치 창과 같은 기간을 본다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58768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서술은 프로필·날짜별로 쌓인다 — 오늘 쓴 글이 내일의 입력이 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14800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자리에 못 든 후보 수백 편의 용어도 집계로 남긴다 (9/18 실측 431편)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370832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직전 구간에 관측이 없으면 증감을 만들지 않는다 — 0 → N 은 급증이 아니다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626864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수치는 Python 이 DB 에서 세고, 모델은 늘어난 "말"만 맥락으로 받는다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863840" y="17830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7일 흐름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논문 611편  ·  직전 579편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606040"/>
            <a:ext cx="256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156448" y="26060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defect detection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0698480" y="260604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3008376"/>
            <a:ext cx="256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156448" y="300837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digital twin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698480" y="3008376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+9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3410712"/>
            <a:ext cx="256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156448" y="34107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world model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0698480" y="3410712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863840" y="3813048"/>
            <a:ext cx="256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156448" y="38130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vision-language model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10698480" y="3813048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−12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4343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프로필이 발견한 편수이지 분야 전체 발표량이 아니다.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21792" y="38404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65760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월요일마다 검색 기준을 점검합니다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93268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금요일에 바꾸면 주말을 헛돌았다 — 월요일 새벽으로 옮겨 그날 검색에 바로 쓰인다.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6949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7일 관측  ──  제안  ──  검증  ──  적용  ──  같은 날 검색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3969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             Claude      Codex · Python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6922008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834640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보고 제안하는가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145536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28일 관측 · 반응 집계 · 최근 7일 상승어 · 자리 밖 후보 용어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01568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적용 전 재채점 — 지난 4주 관측에 이 변경을 대 보면 몇 편이 들고 나는지 먼저 잰다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57600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검색어를 바꾸면 격리 검색으로 실제로 다시 찾아본다 (적격 145 → 157편, 잃은 논문 0)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913632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주간 관리가 실패해도 아침 메일은 나간다 — 같은 실행 안에서 순서대로 돈다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17830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9/21 월요일에 실제로 적용된 것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22402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4780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defect detection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0" y="2441448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1.00 → 1.80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863840" y="2825496"/>
            <a:ext cx="386791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0" y="29535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1912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agent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0" y="3154680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1.00 → 1.15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863840" y="3538728"/>
            <a:ext cx="386791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0" y="366674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추가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3904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defect detection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0" y="3867912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63840" y="4251960"/>
            <a:ext cx="386791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0" y="437997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적격 논문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617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검색 재현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0" y="4581144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447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 → 157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863840" y="4965192"/>
            <a:ext cx="386791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863840" y="5257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변경의 사유는 모델이 쓴 문장 그대로 메일에 실린다.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21792" y="38404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65760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제안은 모델이, 적용은 코드가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93268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모델이 동의해도 근거가 없으면 통과하지 못한다.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202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은 제안만 하고, 실제 변경은 코드가 검증한 뒤에 적용한다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제안   →   Codex 검토   →   Python 검증 · 적용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6922008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383280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강제하는 것 — 프롬프트가 아니라 검증기가 막는다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94176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좋다고 반응한 논문에 그 용어가 실제로 있어야 키워드를 올린다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950208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제외어는 관심 밖으로 표시된 논문 2편 이상일 때만 추가한다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206240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사용자가 정한 키워드는 어느 경우에도 삭제하지 않는다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62272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증거 id 가 실재하는지, 표기가 변형되지 않았는지, 우산어가 아닌지 검사한다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18304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출력에 시크릿 의심 문자열이 있으면 그 제안을 통째로 버린다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3291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전에 통과해야 하는 것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694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369417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없는 키워드 추가 차단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40233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초기 키워드 삭제 금지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352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435254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변경 revision 기록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4681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468172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CLI 모두 도구를 끈 채 실행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5010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501091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600초 상한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21792" y="38404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65760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못 찾아도 한 칸 아래로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93268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공식이 없으면 비슷한 구현까지 찾되, 공식이라고 쓰지 않는다.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pic>
        <p:nvPicPr>
          <p:cNvPr id="7" name="Image 0" descr="/home/mjh/paper-harness/docs/diagrams_feedback_2026-09-17/deck/crops/03-code-ladder-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008" y="1828800"/>
            <a:ext cx="11155680" cy="238573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4709160"/>
            <a:ext cx="6922008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4800600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찾은 뒤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5111496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찾은 칸을 메일에 그대로 적는다 — 공식이 아닌 코드를 공식이라고 쓰지 않는다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67528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유사 구현은 보여 주기만 하고 격리 실행에 태우지 않는다 ("이 논문 재현 아님" 명시)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623560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실행은 네트워크 차단 · 권한 제거 · 읽기 전용 · 시간과 메모리 상한 아래에서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5879592"/>
            <a:ext cx="6922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판정과 실행 로그를 DB 에 먼저 저장하고, 그 뒤에 이미지 · 빌더 · 복제본을 지운다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4846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찾으면 만들어 넣지 않는다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5257800"/>
            <a:ext cx="3867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"없음" 을 그대로 적는다. 그전엔 못 찾으면 그냥 비어 있었다 — 9/14 피드백이 "비슷한 거라도 반드시" 였다.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21792" y="38404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65760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재현을 돌리니 C 드라이브가 찼다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93268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지우지 않는 설계였다 — 코드를 고치고, 이미 쌓인 것은 확인하며 지웠다.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874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캐시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5959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143.03 GB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089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66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4472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186.8 MB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4348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기록 132건은 그대로 남았다.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1874520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쌓였나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240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캐시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240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시도마다 공용 빌더에 남았다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0332720" y="224028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143.03 GB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852160" y="2551176"/>
            <a:ext cx="587959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2160" y="26426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성공한 복제본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6426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"성공하면 보관" 이 기본이었다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332720" y="2642616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3.17 GB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852160" y="2953512"/>
            <a:ext cx="587959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52160" y="3044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오래된 복제본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3044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실행이 남긴 것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0" y="3044952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1.04 GB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852160" y="3355848"/>
            <a:ext cx="587959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52160" y="3657600"/>
            <a:ext cx="587959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852160" y="3749040"/>
            <a:ext cx="5879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852160" y="4059936"/>
            <a:ext cx="5879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시도마다 전용 빌더 — 다른 작업의 캐시를 건드리지 않고, 끝나면 그 빌더째 제거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52160" y="4315968"/>
            <a:ext cx="5879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판정 뒤 이미지 · 컨테이너 · 복제본 전부 삭제 — 실패 · 타임아웃 · 예외에서도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852160" y="4572000"/>
            <a:ext cx="5879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지우기 전에 실행 로그와 DB 결과를 먼저 저장. 저장이 실패하면 복제본을 남긴다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52160" y="4828032"/>
            <a:ext cx="5879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전역 삭제는 하지 않는다 — prune · 볼륨 삭제 금지, 이번 시도가 만든 것만 지운다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852160" y="5120640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크기는 지우기 전 실측값이다. 캐시 143.03 GB 는 두 차례(43.47 + 99.56) 합계.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4864" cy="475488"/>
          </a:xfrm>
          <a:prstGeom prst="rect">
            <a:avLst/>
          </a:prstGeom>
          <a:solidFill>
            <a:srgbClr val="1F3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21792" y="38404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65760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정리와 남은 것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93268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프로필이 무인으로 돌고 있고, 못 한 것은 못 했다고 적어 두었다.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돌아가고 있는 것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488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4개 무인 운영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148840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05:00 메일 5편 · 월요일 새벽 주간 관리가 스캔 앞에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478024"/>
            <a:ext cx="6922008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06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동향이 쌓이고 이어진다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606040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논문 + 최근 7일 창 + 지난 6일 서술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935224"/>
            <a:ext cx="6922008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63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기준 변화를 보고한다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063240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· 얼마나 · 누가 바꿨는지 월요일 메일에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92424"/>
            <a:ext cx="6922008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5204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자동 변경을 되돌릴 수 있다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3520440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revision 기록 — 운영 화면에서 그 시점으로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849624"/>
            <a:ext cx="6922008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776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입력은 신뢰하지 않는다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3977640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격리해서 처리하고, 못 막는 것은 적어 둔다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306824"/>
            <a:ext cx="6922008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0" y="178308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것 · 하지 않은 것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0" y="214884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분야별 SOTA 순위 추적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42316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자료원이 닫혔다 — 논문 자체 주장만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286207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사설 IP 판정 · 인젝션 차단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863840" y="3136392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미구현으로 보안 점검표에 적었다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3575304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화면 시각화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3849624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메일은 훑기용, 화면은 탐색용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4288536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반응이 쌓인 뒤의 검증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863840" y="4562856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가중치가 실제로 분야를 따라가는지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5120640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실측하지 않은 값은 "미실측", 실패는 실패로 적는다 — 그래야 다음 판단을 이 기록 위에서 할 수 있다.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55778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기록 : docs/PROGRESS.md §8-121~172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36576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 주간 관리 상세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3268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제안 → Codex 판정 → Python 검증·적용, 그리고 DB 정리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0" descr="/home/mjh/paper-harness/docs/diagrams_feedback_2026-09-17/deck/crops/05-weekly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2664" y="1691640"/>
            <a:ext cx="8106367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36576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입력이 지나는 다섯 관문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93268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· 링크 · 저장소는 신뢰하지 않는 입력으로 다룬다 — 못 막는 것도 적어 두었다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0" descr="/home/mjh/paper-harness/docs/diagrams_feedback_2026-09-17/deck/crops/04-security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7229" y="1691640"/>
            <a:ext cx="9117237" cy="4480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피드백 반영 보고 — 최신 연구 동향 모니터링 에이전트</dc:title>
  <dc:subject>PptxGenJS Presentation</dc:subject>
  <dc:creator>paper-harness</dc:creator>
  <cp:lastModifiedBy>paper-harness</cp:lastModifiedBy>
  <cp:revision>1</cp:revision>
  <dcterms:created xsi:type="dcterms:W3CDTF">2026-09-20T06:15:15Z</dcterms:created>
  <dcterms:modified xsi:type="dcterms:W3CDTF">2026-09-20T06:15:15Z</dcterms:modified>
</cp:coreProperties>
</file>