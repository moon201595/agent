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docs/PROGRESS.md §8-121~172, docs/AGENT_PLAN_2026-09-14.md.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 §8-122·123·128·129·132·133·134. Papers with Code 는 2026-09-16 확인 시 huggingface.co/papers 로 리다이렉트되어 리더보드 API 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막대는 그 주 가장 큰 변화를 기준으로 한 상대 길이다. |Δ|&lt;0.1 은 감추되 건수는 남긴다. 신규·삭제는 전부 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feedback_weights.py — signal=(긍정−부정)/(긍정+부정+4), target=base+0.8·signal(0.35~2.0), 하루 |Δ|≤0.1, 반감기 90일, 최소 2편. 반응 수집은 HMAC 서명 토큰, 만료 14일.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논문 + 지난 6일 서술 = 7일. 옆의 수치 창도 7일이라 산문과 숫자가 같은 기간을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run_daily_scan.sh 가 월요일(KST)이면 db_retention → agent_maintenance 를 먼저 돌리고 바로 일일 스캔으로 잇는다. 같은 flock 안이라 겹치지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 규칙은 프롬프트가 아니라 agent_maintenance.validate 가 강제한다: 좋다고 반응한 논문에 그 용어가 있어야 키워드가 올라가고, 제외어는 관심 밖 논문 2편 이상, 사용자가 정한 키워드는 삭제 금지. 두 CLI 모두 도구를 끈 채 600초 상한으로 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찾은 칸은 메일에 그대로 표시한다. 유사 구현은 그 논문이 걸린 핵심 키워드로 GitHub 검색, 링크 모음·소개 페이지는 제외, 한 달 캐시.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DB 는 data/backups/papers-pre-repro-cleanup-20260918.db 로 온라인 백업 후 integrity_check=ok. 삭제 목록은 repro-cleanup-20260918.json 에 보관. 호스트 디스크 회수(VHDX 압축)는 별도 작업으로 9/18 에 따로 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확인: 반응이 쌓이면 가중치가 실제로 분야를 따라가는지 수치로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시크릿(.env)은 어느 모델에도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연구 동향 모니터링 에이전트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보고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보내는 시스템에서, 반응을 받아 검색 기준을 바꾸고 그 변화를 설명하는 시스템으로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 상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3520440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분야 프로필 4개 — 우리팀 · 로봇·피지컬 AI · AI 에이전트 · 비전 검사·VLM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4032504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3250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 영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4032504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 논문 5편 메일 · 월요일 새벽 주간 관리 — 9/16 부터 무인 운영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4544568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54456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범위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44568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9/14 받은 피드백 6개의 반영 결과와 실측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5056632"/>
            <a:ext cx="1417320" cy="40233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05663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 성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5056632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2026. 09. 20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피드백과 이번 변경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항목을 코드에 반영했다 — SOTA 순위표만 공개 자료원이 닫혀 일부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729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400800"/>
                <a:gridCol w="1676095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피드백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변경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반응을 학습하게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논문마다 1클릭 반응 → 매일 가중치 자동 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메일이 단순 논문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동향 + 최근 7일 흐름 + 검색 기준 변화까지 한 통에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키워드 관리를 에이전트처럼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월요일 새벽 주간 관리 → 바꾼 기준이 그날 아침 검색에 바로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코드를 못 찾으면 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→ 저자 연관 → 제3자 → 유사 구현 5단계, 어느 칸인지 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운영이 되는가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실행 · 판정 뒤 정리 · 링크와 크기 제한 · 메일 부재 경보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SOTA 제안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논문이 스스로 주장한 SOTA 문장만 추출하고 미검증으로 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5A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413248"/>
            <a:ext cx="3758184" cy="45720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413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4개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 운영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98264" y="5413248"/>
            <a:ext cx="3758184" cy="45720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72584" y="5413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발송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39328" y="5413248"/>
            <a:ext cx="3758184" cy="45720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13648" y="5413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1,171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통과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"일부" 는 감추지 않는다 — 공개 리더보드 자료원이 닫혀 논문 자체 주장만 싣는다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— 오늘 아침에 받은 메일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5편만 오던 메일이 동향 · 흐름 · 기준 변화까지 한 통에 담는다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656" y="2112264"/>
            <a:ext cx="365760" cy="36576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025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동향 정리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 + 지난 6일 서술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7157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16936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3154680"/>
            <a:ext cx="365760" cy="36576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044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흐름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355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늘고 줄었나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7581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959352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197096"/>
            <a:ext cx="365760" cy="36576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873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7일 검색 기준 변화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3982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기준을 이렇게 바꿨다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48006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5001768"/>
            <a:ext cx="4114800" cy="841248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5239512"/>
            <a:ext cx="365760" cy="36576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1297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신규 논문 5편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기준으로 고른 것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92040" y="1783080"/>
            <a:ext cx="683971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66360" y="1929384"/>
            <a:ext cx="6291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7일 검색 기준 변화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166360" y="235000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변화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193792" y="2651760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26517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6700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[에이전트] [반응]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2916936"/>
            <a:ext cx="3931920" cy="82296"/>
          </a:xfrm>
          <a:prstGeom prst="rect">
            <a:avLst/>
          </a:prstGeom>
          <a:solidFill>
            <a:srgbClr val="D9E2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2916936"/>
            <a:ext cx="3931920" cy="8229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40680" y="30540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1.80   +0.80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193792" y="3438144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40680" y="34381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agent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412480" y="345643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[에이전트]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703320"/>
            <a:ext cx="3931920" cy="82296"/>
          </a:xfrm>
          <a:prstGeom prst="rect">
            <a:avLst/>
          </a:prstGeom>
          <a:solidFill>
            <a:srgbClr val="D9E2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40680" y="3703320"/>
            <a:ext cx="747065" cy="82296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40680" y="38404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1.15   +0.15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166360" y="413308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193792" y="4425696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E7F4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93792" y="442569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7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5870448" y="442569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검색어 · 에이전트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5166360" y="479145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영향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440680" y="5084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적격 논문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949440" y="50840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 → 157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440680" y="5340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잃은 논문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949440" y="5340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5440680" y="559612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겹침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949440" y="55961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0.20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4892040" y="5943600"/>
            <a:ext cx="6839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발송 메일에서 그대로 옮긴 지면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반응이 다음 검색을 바꾼다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한 번에 흔들리지 않는다 — 서로 다른 논문의 반응이 쌓여야 움직인다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487168" cy="105156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0299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논문마다 버튼 3개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980944" y="228600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874520"/>
            <a:ext cx="2487168" cy="105156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3008" y="20299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보고 싶음 · 유용함 · 관심 밖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15584" y="228600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874520"/>
            <a:ext cx="2487168" cy="105156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20299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갱신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05:00, 코드가 계산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650224" y="228600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1874520"/>
            <a:ext cx="2487168" cy="105156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62288" y="20299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검색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62288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순위가 바뀐다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움직인 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547872"/>
            <a:ext cx="5577840" cy="786384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3639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3950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 반응 2건 · 서로 다른 논문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3547872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1.80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57200" y="4443984"/>
            <a:ext cx="5577840" cy="786384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4535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agent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46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 반응 1건 — 소폭만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4443984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1.15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지키는 것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355080" y="3630168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9400" y="354787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±0.1 까지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한 번에 검색이 뒤집히지 않는다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4206240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29400" y="41239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논문 2편 이상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편은 그 논문이 좋았다는 뜻이지 키워드가 좋다는 뜻이 아니다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55080" y="4782312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29400" y="470001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90일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취향은 서서히 잊는다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5358384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29400" y="527608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키워드는 지우지 않는다  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정한 것은 내려가기만 한다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자동 변경은 revision 으로 남는다 — 운영 화면에서 언제든 되돌릴 수 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하루치 스냅숏에서 흐름으로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논문만 보고 쓰던 동향이 지난 일주일을 함께 본다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5577840" cy="178308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74520"/>
            <a:ext cx="786384" cy="384048"/>
          </a:xfrm>
          <a:prstGeom prst="rect">
            <a:avLst/>
          </a:prstGeom>
          <a:solidFill>
            <a:srgbClr val="BFBF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91109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논문만 본다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048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그날 13편의 제목과 초록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788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어제 쓴 글은 다시 못 읽는다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72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무엇이 늘었는지 말할 수 없다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86200"/>
            <a:ext cx="5577840" cy="1783080"/>
          </a:xfrm>
          <a:prstGeom prst="rect">
            <a:avLst/>
          </a:prstGeom>
          <a:solidFill>
            <a:srgbClr val="E9F0F8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886200"/>
            <a:ext cx="786384" cy="38404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8620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2277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+ 지난 일주일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4165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오늘 논문 + 지난 6일 서술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800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최근 7일 편수를 직전 7일과 비교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84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오늘 쓴 글이 내일의 입력이 된다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5376672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2020824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흐름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40487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논문 611편  (직전 579편)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7432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상승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656832" y="3017520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922008" y="30175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30175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0" y="30175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656832" y="3282696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922008" y="32826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digital twin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784080" y="328269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0" y="3282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+9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3547872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922008" y="354787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surface defect detection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784080" y="354787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0" y="35478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+8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629400" y="39593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656832" y="4233672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922008" y="423367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 model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784080" y="423367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0" y="42336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−15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656832" y="4498848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922008" y="449884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vision-language model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78408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0515600" y="44988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−12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656832" y="4764024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922008" y="476402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784080" y="476402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10515600" y="47640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−10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구간에 관측이 없으면 증감을 만들지 않는다 — 수집을 막 시작한 프로필에서 0→N 은 급증이 아니다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월요일마다 검색 기준을 점검한다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금요일에 바꾸면 주말을 헛돌았다 — 월요일 새벽으로 옮겨 그날 검색에 바로 쓰인다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5577840" cy="621792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874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일주일 관측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745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 · 동향 · 자리 밖 후보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49631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660904"/>
            <a:ext cx="5577840" cy="621792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266090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제안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2660904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· 검색어 · 제외어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2826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447288"/>
            <a:ext cx="5577840" cy="621792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4472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44728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제안은 버린다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406908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4233672"/>
            <a:ext cx="5577840" cy="621792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23367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기준 수정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233672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revision 으로 기록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485546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5020056"/>
            <a:ext cx="5577840" cy="621792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02005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아침 검색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5020056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9F0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기준으로 오늘 논문을 고른다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9/21 월요일에 실제로 일어난 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2286000"/>
            <a:ext cx="5376672" cy="603504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01968" y="22860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28600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  1.00 → 1.80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55080" y="2999232"/>
            <a:ext cx="5376672" cy="603504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01968" y="29992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99923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agent  1.00 → 1.15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55080" y="3712464"/>
            <a:ext cx="5376672" cy="603504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01968" y="37124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추가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71246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55080" y="4425696"/>
            <a:ext cx="5376672" cy="603504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01968" y="442569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적격 논문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442569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 → 157편  (잃은 논문 0)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5230368"/>
            <a:ext cx="5376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관리와 일일 스캔은 같은 실행 안에서 순서대로 돈다. 주간 관리가 실패해도 아침 메일은 나간다.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회고가 아니라 오늘 논문을 고른 근거다 — 바꾼 기준이 몇 분 뒤 검색에 쓰인다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제안은 모델이, 적용은 코드가 한다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모델이 동의해도 근거가 없으면 통과하지 못한다</a:t>
            </a:r>
            <a:endParaRPr lang="en-US" sz="1500" dirty="0"/>
          </a:p>
        </p:txBody>
      </p:sp>
      <p:pic>
        <p:nvPicPr>
          <p:cNvPr id="7" name="Image 0" descr="/home/mjh/paper-harness/docs/diagrams_feedback_2026-09-17/deck/crops/05-weekly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2177" y="1737360"/>
            <a:ext cx="7527341" cy="4160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DB 를 직접 바꾸지 않는다 — 검증을 통과한 제안만 revision 으로 적용된다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못 찾아도 한 칸 아래로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공식이 없으면 비슷한 구현까지 찾되, 공식이라고 쓰지 않는다</a:t>
            </a:r>
            <a:endParaRPr lang="en-US" sz="1500" dirty="0"/>
          </a:p>
        </p:txBody>
      </p:sp>
      <p:pic>
        <p:nvPicPr>
          <p:cNvPr id="7" name="Image 0" descr="/home/mjh/paper-harness/docs/diagrams_feedback_2026-09-17/deck/crops/03-code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326" y="1783080"/>
            <a:ext cx="9753044" cy="3429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285232"/>
            <a:ext cx="3758184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28523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실행   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차단 · 권한 제거 · 읽기 전용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98264" y="5285232"/>
            <a:ext cx="3758184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26864" y="528523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· 실패 기록   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판정과 실행 로그를 DB 에 먼저 저장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339328" y="5285232"/>
            <a:ext cx="3758184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67928" y="528523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  </a:t>
            </a:r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· 빌더 · 복제본을 판정 뒤 전부 삭제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구현은 보여 주기만 한다 — 격리 실행에 태우지 않고, 한 달마다 다시 찾는다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재현을 돌리니 C 드라이브가 찼다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지우지 않는 설계였다 — 코드를 고치고, 이미 쌓인 것은 확인하며 지웠다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쌓였나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5577840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17627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캐시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1762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시도마다 공용 빌더에 남았다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176272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143.03 GB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5577840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88950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성공한 복제본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28895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"성공하면 보관" 이 기본이었다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8950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3.17 GB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602736"/>
            <a:ext cx="5577840" cy="603504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60273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복제본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360273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실행이 남긴 것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60273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1.04 GB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3708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크기는 지우기 전 실측값이다. 캐시 143.03 GB 는 두 차례(43.47 + 99.56) 합계.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55080" y="2267712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21762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시도마다 전용 빌더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43230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작업의 캐시를 건드리지 않고, 끝나면 그 빌더째 제거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55080" y="2980944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29400" y="28895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뒤 전부 삭제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14553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· 컨테이너 · 복제본 — 실패 · 타임아웃 · 예외에서도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55080" y="3694176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29400" y="36027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지우기 전에 기록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385876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로그와 DB 결과를 먼저 저장. 저장이 실패하면 복제본을 남긴다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55080" y="4407408"/>
            <a:ext cx="91440" cy="91440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431596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삭제는 안 한다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45720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prune · 볼륨 삭제 금지 — 이번 시도가 만든 것만 지운다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937760"/>
            <a:ext cx="11274552" cy="658368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493776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 </a:t>
            </a:r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캐시 143.03 GB → 186.8 MB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재현 기록 132건 그대로     테스트 통과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지운 뒤에도 판정과 실행 로그는 DB 에 남는다 — 사라지는 것은 다시 만들 수 있는 것뿐이다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10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108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정리와 남은 것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프로필이 무인으로 돌고 있고, 못 한 것은 못 했다고 적어 두었다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돌아가고 있는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577840" cy="7315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331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4개 무인 운영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6060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 메일 5편 · 월요일 새벽 주간 관리가 스캔 앞에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5577840" cy="7315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3172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동향이 쌓이고 이어진다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4472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 + 최근 7일 창 + 지난 6일 서술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922776"/>
            <a:ext cx="5577840" cy="7315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01421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기준 변화를 보고한다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28853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· 얼마나 · 누가 바꿨는지 월요일 메일에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764024"/>
            <a:ext cx="5577840" cy="731520"/>
          </a:xfrm>
          <a:prstGeom prst="rect">
            <a:avLst/>
          </a:prstGeom>
          <a:solidFill>
            <a:srgbClr val="E9F0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85546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입력은 신뢰하지 않는다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12978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· 링크 · 저장소 — 격리해서 처리하고 못 막는 것은 적어 둔다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것 · 하지 않은 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55080" y="2240280"/>
            <a:ext cx="5376672" cy="73152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11112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SOTA 순위 추적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26060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리더보드 자료원이 닫혔다 — 논문 자체 주장만 싣는 중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55080" y="3081528"/>
            <a:ext cx="5376672" cy="73152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11112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사설 IP 판정 · 인젝션 차단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611112" y="34472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미구현으로 보안 점검표에 적었다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355080" y="3922776"/>
            <a:ext cx="5376672" cy="73152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11112" y="4014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화면 시각화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42885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메일은 훑기용, 화면은 탐색용으로 역할을 나눈다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55080" y="4764024"/>
            <a:ext cx="5376672" cy="731520"/>
          </a:xfrm>
          <a:prstGeom prst="rect">
            <a:avLst/>
          </a:prstGeom>
          <a:solidFill>
            <a:srgbClr val="F7F9FC"/>
          </a:solidFill>
          <a:ln w="9525">
            <a:solidFill>
              <a:srgbClr val="D9E2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11112" y="48554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반응이 쌓인 뒤의 검증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611112" y="5129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가중치가 실제로 분야를 따라가는지 수치로 본다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실측하지 않은 값은 "미실측", 실패는 실패로 적는다 — 그래야 다음 판단을 이 기록 위에서 할 수 있다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31089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입력이 지나는 다섯 관문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1060704"/>
            <a:ext cx="12191695" cy="475488"/>
          </a:xfrm>
          <a:prstGeom prst="rect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60704"/>
            <a:ext cx="11277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· 링크 · 저장소는 신뢰하지 않는 입력으로 다룬다 — 못 막는 것도 적어 두었다</a:t>
            </a:r>
            <a:endParaRPr lang="en-US" sz="1500" dirty="0"/>
          </a:p>
        </p:txBody>
      </p:sp>
      <p:pic>
        <p:nvPicPr>
          <p:cNvPr id="6" name="Image 0" descr="/home/mjh/paper-harness/docs/diagrams_feedback_2026-09-17/deck/crops/04-security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9361" y="1783080"/>
            <a:ext cx="8372973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6053328"/>
            <a:ext cx="11277295" cy="512064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6053328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미구현으로 기록한 것 — DNS 해석 뒤 사설 IP 판정 · 논문 본문 인젝션은 표시만 하고 차단하지 않는다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피드백 반영 보고 — 최신 연구 동향 모니터링 에이전트</dc:title>
  <dc:subject>PptxGenJS Presentation</dc:subject>
  <dc:creator>paper-harness</dc:creator>
  <cp:lastModifiedBy>paper-harness</cp:lastModifiedBy>
  <cp:revision>1</cp:revision>
  <dcterms:created xsi:type="dcterms:W3CDTF">2026-09-20T05:29:02Z</dcterms:created>
  <dcterms:modified xsi:type="dcterms:W3CDTF">2026-09-20T05:29:02Z</dcterms:modified>
</cp:coreProperties>
</file>