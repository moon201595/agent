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docs/PROGRESS.md §8-121~172, docs/AGENT_PLAN_2026-09-14.md.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받은 피드백 6개 중 5개는 운영 중이고 SOTA 순위표만 일부다 — 공개 리더보드 자료원(Papers with Code)이 2026-09-16 확인 시 닫혀 있어 논문이 스스로 주장한 문장만 미검증 표시로 싣는다. 근거 §8-122·123·128·129·132·133·134.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발송 메일의 절 구성이다. 값은 뒤 슬라이드에서 보여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하루 |Δ|≤0.1, 서로 다른 논문 2편 이상, 반감기 90일, 사용자가 정한 최초 키워드는 삭제 금지. 모든 자동 변경은 revision 으로 남아 운영 화면에서 되돌릴 수 있다. feedback_weights.py — signal=(긍정−부정)/(긍정+부정+4), target=base+0.8·signal(0.35~2.0).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논문 + 지난 6일 서술 = 7일. 옆의 수치 창도 7일이라 산문과 숫자가 같은 기간을 본다. 편수는 이 프로필이 발견한 수이지 분야 전체 발표량이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주간 관리와 일일 스캔은 같은 실행 안에서 순서대로 돈다. 주간 관리가 실패해도 아침 메일은 나간다. 회고가 아니라 오늘 논문을 고른 근거다 — 바꾼 기준이 몇 분 뒤 검색에 쓰인다.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검증 규칙은 프롬프트가 아니라 agent_maintenance.validate 가 강제한다: 좋다고 반응한 논문에 그 용어가 있어야 키워드가 올라가고, 제외어는 관심 밖 논문 2편 이상, 사용자가 정한 키워드는 삭제 금지. 두 CLI 모두 도구를 끈 채 600초 상한으로 돈다. 상세 흐름은 부록.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요약이 끝난 논문 한 편마다 돌고 결과는 한 달 캐시. 유사 구현은 그 논문이 걸린 핵심 키워드로 GitHub 검색, 링크 모음·소개 페이지는 제외. 찾은 코드는 네트워크 차단·권한 제거·읽기 전용 컨테이너에서 실행하고 판정 뒤 정리한다.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캐시 143.03 GB 는 두 차례(43.47 + 99.56) 합계다. 운영 DB 는 백업 후 integrity_check=ok, 삭제 목록은 repro-cleanup-20260918.json 에 남겼다. prune·볼륨 삭제는 하지 않는다 — 이번 시도가 만든 것만 지운다.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실측하지 않은 값은 '미실측', 실패는 실패로 적는다. 다음 확인: 반응이 쌓이면 가중치가 실제로 분야를 따라가는지 수치로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CLI 모두 도구를 끈 채 600초 상한으로 돈다. DB 보존: 후보 90일 · 관측/실행/논문 180일.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미구현으로 기록한 것 — DNS 해석 뒤 사설 IP 판정, 논문 본문 인젝션은 표시만 하고 차단하지 않는다. 시크릿(.env)은 어느 모델에도 넣지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연구 동향 모니터링 에이전트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반영 보고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논문을 보내는 시스템에서, 반응을 받아 검색 기준을 바꾸고 그 변화를 설명하는 시스템으로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1417320" cy="402336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52044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 상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3520440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분야 프로필 4개 — 우리팀 · 로봇·피지컬 AI · AI 에이전트 · 비전 검사·VLM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4032504"/>
            <a:ext cx="1417320" cy="402336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03250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 영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4032504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05:00 논문 5편 메일 · 월요일 새벽 주간 관리 — 9/16 부터 무인 운영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544568"/>
            <a:ext cx="1417320" cy="402336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54456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범위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423160" y="4544568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9/14 받은 피드백 6개의 반영 결과와 실측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5056632"/>
            <a:ext cx="1417320" cy="402336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05663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 성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423160" y="5056632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2026. 09. 20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4864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1089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피드백과 이번 변경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1060704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60704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말씀드릴 것은 이 세 가지입니다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3758184" cy="2697480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반응을 학습하게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6576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가중치 자동 조정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398264" y="2148840"/>
            <a:ext cx="3758184" cy="2697480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18304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논문 목록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18304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718304" y="36576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동향 + 검색 기준 변화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339328" y="2148840"/>
            <a:ext cx="3758184" cy="2697480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59368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관리를 에이전트처럼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659368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59368" y="36576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월요일 자동 점검 · 적용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5257800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탐색 · 장기 운영 · SOTA 대응도 함께 반영했다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5760720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4개 무인 운영     매일 05:00 실제 발송     테스트 1,171 통과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4864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1089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메일은 이렇게 바뀌었습니다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1060704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60704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5편만 오던 메일이 동향 · 흐름 · 기준 변화까지 한 통에 담는다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05840" y="1965960"/>
            <a:ext cx="4754880" cy="713232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196596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동향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267919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2926080"/>
            <a:ext cx="4754880" cy="713232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292608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7일 흐름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363931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05840" y="3886200"/>
            <a:ext cx="4754880" cy="713232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388620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7일 검색 기준 변화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45994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05840" y="4846320"/>
            <a:ext cx="4754880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484632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신규 논문 5편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766560" y="1965960"/>
            <a:ext cx="4965192" cy="3593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0" y="214884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동향 브리핑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2606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동향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040880" y="2953512"/>
            <a:ext cx="4114800" cy="73152"/>
          </a:xfrm>
          <a:prstGeom prst="rect">
            <a:avLst/>
          </a:prstGeom>
          <a:solidFill>
            <a:srgbClr val="D9E2F3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0" y="3108960"/>
            <a:ext cx="4114800" cy="73152"/>
          </a:xfrm>
          <a:prstGeom prst="rect">
            <a:avLst/>
          </a:prstGeom>
          <a:solidFill>
            <a:srgbClr val="D9E2F3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0" y="3264408"/>
            <a:ext cx="2377440" cy="73152"/>
          </a:xfrm>
          <a:prstGeom prst="rect">
            <a:avLst/>
          </a:prstGeom>
          <a:solidFill>
            <a:srgbClr val="D9E2F3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40880" y="33009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7일 흐름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040880" y="3648456"/>
            <a:ext cx="4114800" cy="73152"/>
          </a:xfrm>
          <a:prstGeom prst="rect">
            <a:avLst/>
          </a:prstGeom>
          <a:solidFill>
            <a:srgbClr val="D9E2F3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0" y="3803904"/>
            <a:ext cx="4114800" cy="73152"/>
          </a:xfrm>
          <a:prstGeom prst="rect">
            <a:avLst/>
          </a:prstGeom>
          <a:solidFill>
            <a:srgbClr val="D9E2F3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0" y="3959352"/>
            <a:ext cx="2377440" cy="73152"/>
          </a:xfrm>
          <a:prstGeom prst="rect">
            <a:avLst/>
          </a:prstGeom>
          <a:solidFill>
            <a:srgbClr val="D9E2F3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40880" y="39959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7일 검색 기준 변화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040880" y="4343400"/>
            <a:ext cx="4114800" cy="73152"/>
          </a:xfrm>
          <a:prstGeom prst="rect">
            <a:avLst/>
          </a:prstGeom>
          <a:solidFill>
            <a:srgbClr val="D9E2F3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40880" y="4498848"/>
            <a:ext cx="4114800" cy="73152"/>
          </a:xfrm>
          <a:prstGeom prst="rect">
            <a:avLst/>
          </a:prstGeom>
          <a:solidFill>
            <a:srgbClr val="D9E2F3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40880" y="4654296"/>
            <a:ext cx="2377440" cy="73152"/>
          </a:xfrm>
          <a:prstGeom prst="rect">
            <a:avLst/>
          </a:prstGeom>
          <a:solidFill>
            <a:srgbClr val="D9E2F3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040880" y="46908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신규 논문 5편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040880" y="5038344"/>
            <a:ext cx="4114800" cy="73152"/>
          </a:xfrm>
          <a:prstGeom prst="rect">
            <a:avLst/>
          </a:prstGeom>
          <a:solidFill>
            <a:srgbClr val="D9E2F3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40880" y="5193792"/>
            <a:ext cx="4114800" cy="73152"/>
          </a:xfrm>
          <a:prstGeom prst="rect">
            <a:avLst/>
          </a:prstGeom>
          <a:solidFill>
            <a:srgbClr val="D9E2F3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40880" y="5349240"/>
            <a:ext cx="2377440" cy="73152"/>
          </a:xfrm>
          <a:prstGeom prst="rect">
            <a:avLst/>
          </a:prstGeom>
          <a:solidFill>
            <a:srgbClr val="D9E2F3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5852160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받는 사람은 논문 목록이 아니라 "무엇이 뜨는가 → 그래서 기준을 어떻게 바꿨나 → 그 기준으로 무엇을 골랐나"를 받는다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4864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1089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반응이 다음 검색을 바꾼다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1060704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60704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 한 번에 흔들리지 않는다 — 서로 다른 논문의 반응이 쌓여야 움직인다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4572000" cy="676656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보고 싶음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68833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926080"/>
            <a:ext cx="4572000" cy="676656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92608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 누적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360273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840480"/>
            <a:ext cx="4572000" cy="676656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84048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변화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451713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754880"/>
            <a:ext cx="4572000" cy="676656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75488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검색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583680" y="2331720"/>
            <a:ext cx="5148072" cy="2514600"/>
          </a:xfrm>
          <a:prstGeom prst="rect">
            <a:avLst/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0" y="2743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defect detection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3246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47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  →  1.80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5852160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급격한 변화를 막는다 — 서로 다른 논문의 반응이 쌓여야 하고, 하루 변화량에 상한이 있다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4864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1089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하루치 스냅숏에서 흐름으로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1060704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60704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그날 논문만 보고 쓰던 동향이 지난 일주일을 함께 본다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5577840" cy="1554480"/>
          </a:xfrm>
          <a:prstGeom prst="rect">
            <a:avLst/>
          </a:prstGeom>
          <a:solidFill>
            <a:srgbClr val="F7F9FC"/>
          </a:solidFill>
          <a:ln w="9525">
            <a:solidFill>
              <a:srgbClr val="D9E2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48840"/>
            <a:ext cx="786384" cy="384048"/>
          </a:xfrm>
          <a:prstGeom prst="rect">
            <a:avLst/>
          </a:prstGeom>
          <a:solidFill>
            <a:srgbClr val="BFBF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4884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18541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논문만 본다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715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그날 13편의 제목과 초록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136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무엇이 늘었는지 말할 수 없다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5577840" cy="1554480"/>
          </a:xfrm>
          <a:prstGeom prst="rect">
            <a:avLst/>
          </a:prstGeom>
          <a:solidFill>
            <a:srgbClr val="E9F0F8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977640"/>
            <a:ext cx="786384" cy="384048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97764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01421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+ 지난 일주일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5445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오늘 논문 + 지난 6일 서술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9651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최근 7일 편수를 직전 7일과 비교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2148840"/>
            <a:ext cx="537667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23317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7일 흐름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288036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288036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defect detection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0" y="28803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+23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342900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34290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digital twin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149840" y="342900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+9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397764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040880" y="397764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world model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149840" y="39776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720840" y="452628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45262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vision-language model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149840" y="45262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−12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5577840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직전 구간에 관측이 없으면 증감을 만들지 않는다 — 0 → N 은 급증이 아니다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4864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1089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월요일마다 검색 기준을 점검한다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1060704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60704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금요일에 바꾸면 주말을 헛돌았다 — 월요일 새벽으로 옮겨 그날 검색에 바로 쓰인다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103120"/>
            <a:ext cx="4572000" cy="603504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10312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일주일 관측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70662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944368"/>
            <a:ext cx="4572000" cy="603504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944368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제안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35478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785616"/>
            <a:ext cx="4572000" cy="603504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785616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검증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43891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626864"/>
            <a:ext cx="4572000" cy="603504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62686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기준 수정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52303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5468112"/>
            <a:ext cx="4572000" cy="603504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46811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날 검색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83680" y="2395728"/>
            <a:ext cx="5148072" cy="914400"/>
          </a:xfrm>
          <a:prstGeom prst="rect">
            <a:avLst/>
          </a:prstGeom>
          <a:solidFill>
            <a:srgbClr val="F7F9FC"/>
          </a:solidFill>
          <a:ln w="9525">
            <a:solidFill>
              <a:srgbClr val="D9E2F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03720" y="25237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7980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defect detection  1.00 → 1.80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83680" y="3438144"/>
            <a:ext cx="5148072" cy="914400"/>
          </a:xfrm>
          <a:prstGeom prst="rect">
            <a:avLst/>
          </a:prstGeom>
          <a:solidFill>
            <a:srgbClr val="F7F9FC"/>
          </a:solidFill>
          <a:ln w="9525">
            <a:solidFill>
              <a:srgbClr val="D9E2F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03720" y="35661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검색어 추가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3840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defect detection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83680" y="4480560"/>
            <a:ext cx="5148072" cy="914400"/>
          </a:xfrm>
          <a:prstGeom prst="rect">
            <a:avLst/>
          </a:prstGeom>
          <a:solidFill>
            <a:srgbClr val="F7F9FC"/>
          </a:solidFill>
          <a:ln w="9525">
            <a:solidFill>
              <a:srgbClr val="D9E2F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03720" y="46085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적격 논문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48828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145 → 157편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4864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1089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제안은 모델이, 적용은 코드가 한다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1060704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60704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모델이 동의해도 근거가 없으면 통과하지 못한다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51560" y="2514600"/>
            <a:ext cx="2880360" cy="2011680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8803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5661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3291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663440" y="2514600"/>
            <a:ext cx="2880360" cy="2011680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28803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Codex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5661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3291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275320" y="2514600"/>
            <a:ext cx="2880360" cy="2011680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28803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5661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· 적용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51206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DB 를 직접 바꾸지 않는다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4864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1089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못 찾아도 한 칸 아래로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1060704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60704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공식이 없으면 비슷한 구현까지 찾되, 공식이라고 쓰지 않는다</a:t>
            </a:r>
            <a:endParaRPr lang="en-US" sz="1500" dirty="0"/>
          </a:p>
        </p:txBody>
      </p:sp>
      <p:pic>
        <p:nvPicPr>
          <p:cNvPr id="7" name="Image 0" descr="/home/mjh/paper-harness/docs/diagrams_feedback_2026-09-17/deck/crops/03-code-ladder-ste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008" y="2286000"/>
            <a:ext cx="11155680" cy="238573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5669280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찾은 칸을 메일에 그대로 적는다 — 유사 구현은 보여 주기만 하고 격리 실행에 태우지 않는다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4864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1089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재현을 돌리니 C 드라이브가 찼다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1060704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60704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원인은 지우지 않는 설계였다 — 코드를 고치고, 이미 쌓인 것은 확인하며 지웠다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캐시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143.03 GB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03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062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47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186.8 MB</a:t>
            </a:r>
            <a:endParaRPr lang="en-US" sz="5400" dirty="0"/>
          </a:p>
        </p:txBody>
      </p:sp>
      <p:sp>
        <p:nvSpPr>
          <p:cNvPr id="11" name="Shape 9"/>
          <p:cNvSpPr/>
          <p:nvPr/>
        </p:nvSpPr>
        <p:spPr>
          <a:xfrm>
            <a:off x="6766560" y="2606040"/>
            <a:ext cx="4965192" cy="786384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86600" y="269748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시도마다 전용 빌더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30266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끝나면 그 빌더째 제거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3520440"/>
            <a:ext cx="4965192" cy="786384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86600" y="361188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뒤 전부 삭제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39410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· 타임아웃 · 예외에서도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4434840"/>
            <a:ext cx="4965192" cy="786384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86600" y="452628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지우기 전에 기록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48554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로그와 DB 결과를 먼저 저장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5577840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기록 132건은 그대로 남았다 — 사라지는 것은 다시 만들 수 있는 것뿐이다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4864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1089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정리와 남은 것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1060704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60704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프로필이 무인으로 돌고 있고, 못 한 것은 못 했다고 적어 두었다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돌아가고 있는 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5577840" cy="914400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66090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4개 무인 운영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0083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05:00 · 월요일 새벽 주간 관리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557016"/>
            <a:ext cx="5577840" cy="914400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7033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동향이 쌓이고 이어진다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0507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논문 + 최근 7일 + 지난 6일 서술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599432"/>
            <a:ext cx="5577840" cy="914400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74573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기준 변화를 보고한다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0932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· 얼마나 · 누가 바꿨는지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것 · 하지 않은 것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2514600"/>
            <a:ext cx="5376672" cy="914400"/>
          </a:xfrm>
          <a:prstGeom prst="rect">
            <a:avLst/>
          </a:prstGeom>
          <a:solidFill>
            <a:srgbClr val="F7F9FC"/>
          </a:solidFill>
          <a:ln w="9525">
            <a:solidFill>
              <a:srgbClr val="D9E2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266090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SOTA 순위 추적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300837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자료원이 닫혔다 — 논문 자체 주장만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55080" y="3557016"/>
            <a:ext cx="5376672" cy="914400"/>
          </a:xfrm>
          <a:prstGeom prst="rect">
            <a:avLst/>
          </a:prstGeom>
          <a:solidFill>
            <a:srgbClr val="F7F9FC"/>
          </a:solidFill>
          <a:ln w="9525">
            <a:solidFill>
              <a:srgbClr val="D9E2F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3703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사설 IP 판정 · 인젝션 차단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40507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미구현으로 보안 점검표에 적었다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55080" y="4599432"/>
            <a:ext cx="5376672" cy="914400"/>
          </a:xfrm>
          <a:prstGeom prst="rect">
            <a:avLst/>
          </a:prstGeom>
          <a:solidFill>
            <a:srgbClr val="F7F9FC"/>
          </a:solidFill>
          <a:ln w="9525">
            <a:solidFill>
              <a:srgbClr val="D9E2F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0" y="474573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화면 시각화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50932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메일은 훑기용, 화면은 탐색용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— 월요일 주간 관리 상세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1060704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60704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제안 → Codex 판정 → Python 검증·적용, 그리고 DB 정리</a:t>
            </a:r>
            <a:endParaRPr lang="en-US" sz="1400" dirty="0"/>
          </a:p>
        </p:txBody>
      </p:sp>
      <p:pic>
        <p:nvPicPr>
          <p:cNvPr id="5" name="Image 0" descr="/home/mjh/paper-harness/docs/diagrams_feedback_2026-09-17/deck/crops/05-weekly-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8100" y="1828800"/>
            <a:ext cx="7775495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— 외부 입력이 지나는 다섯 관문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1060704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60704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· 링크 · 저장소는 신뢰하지 않는 입력으로 다룬다</a:t>
            </a:r>
            <a:endParaRPr lang="en-US" sz="1400" dirty="0"/>
          </a:p>
        </p:txBody>
      </p:sp>
      <p:pic>
        <p:nvPicPr>
          <p:cNvPr id="5" name="Image 0" descr="/home/mjh/paper-harness/docs/diagrams_feedback_2026-09-17/deck/crops/04-security-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3295" y="1828800"/>
            <a:ext cx="8745105" cy="4297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피드백 반영 보고 — 최신 연구 동향 모니터링 에이전트</dc:title>
  <dc:subject>PptxGenJS Presentation</dc:subject>
  <dc:creator>paper-harness</dc:creator>
  <cp:lastModifiedBy>paper-harness</cp:lastModifiedBy>
  <cp:revision>1</cp:revision>
  <dcterms:created xsi:type="dcterms:W3CDTF">2026-09-20T05:58:25Z</dcterms:created>
  <dcterms:modified xsi:type="dcterms:W3CDTF">2026-09-20T05:58:25Z</dcterms:modified>
</cp:coreProperties>
</file>